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40233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MODULE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Circuit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75564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schematic on paper to a working circuit on the bench.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3831336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SCHEMATIC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061972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3831336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61972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BREADBOARD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621024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383133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621024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180076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83133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80076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6739128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764" y="383133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39128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OVERVIEW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Five Steps From Paper to Bench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you build follows the same five stages.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39696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It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schematic first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179930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554834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858" y="2139696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179930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Breadboard It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2225650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before anything permanent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362810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362810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solder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856939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231843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867" y="2139696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856939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It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3902659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input, processing, output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039819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039819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blocks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5533949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908853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877" y="2139696"/>
            <a:ext cx="384048" cy="38404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533949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It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5579669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and after power-on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716829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716829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it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7210958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7585862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886" y="2139696"/>
            <a:ext cx="384048" cy="38404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210958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It</a:t>
            </a:r>
            <a:endParaRPr lang="en-US" sz="1350" dirty="0"/>
          </a:p>
        </p:txBody>
      </p:sp>
      <p:sp>
        <p:nvSpPr>
          <p:cNvPr id="45" name="Text 38"/>
          <p:cNvSpPr/>
          <p:nvPr/>
        </p:nvSpPr>
        <p:spPr>
          <a:xfrm>
            <a:off x="7256678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you built and found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7393838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7393838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BOM + notes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WARM-UP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We Start…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check before we look at a single schematic.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783080"/>
            <a:ext cx="4709160" cy="26517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103120"/>
            <a:ext cx="4160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Have you ever looked at a circuit diagram and had no idea where to even start?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7240" y="361188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that thought — by the end of this module, any schematic will have a clear starting point.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04688" y="1783080"/>
            <a:ext cx="3163824" cy="26517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9730" y="2387498"/>
            <a:ext cx="1113739" cy="11137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SCHEMATICS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Schematic?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of connections, not a picture of the parts.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schematic shows how components connect to each other using symbols and lines — not what they physically look like.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subway map — it shows connections and stops clearly, without drawing every street in between.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generally flows left to right, power rails run top and bottom, and ground ties everything to a common reference.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Connections matter, not physical layout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SCHEMATICS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Classifying Circuit Types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kind of circuit you’re reading before you trace it.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Series vs parallel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shares one path; parallel splits current across multiple paths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 vs digital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varies smoothly; digital switches between two clear states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 vs DC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reverses direction periodically; DC flows one way, steadily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vs complex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circuits are just simple blocks connected together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complex circuit breaks down into simple ones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SCHEMATICS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Schematic Symbols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symbols cover most of what you’ll read.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Resistor, capacitor, diode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passive and semiconductor symbols from Module 4’s components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 symbol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reference point every voltage is measured against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rail labels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+5V, VCC, GND — named nets instead of drawn wires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 block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labelled rectangle with numbered pins — details live in its datasheet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symbol you don’t recognise is one datasheet lookup away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SCHEMATICS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Signal Flow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path, not just the parts.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at the power source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where energy enters the circuit first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 left to right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schematics flow input to output in reading order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for feedback loops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looping backward usually means feedback or control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the ground return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eventually needs a way back to common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you can trace the path, you can trace the fault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Example: Tracing a Simple LED Circuit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symbols, one clear story.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schematic shows a battery, a resistor, and an LED, all drawn in a single loop.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from the battery’s positive terminal, through the resistor, through the LED, back to negative.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Tells You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resistor limits current before it ever reaches the LED — exactly why it’s placed there.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Tracing the path explains the purpose of every part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BREADBOARDING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Breadboard?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build and change a circuit without soldering a single joint.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breadboard holds components and connects them through internal metal strips — no soldering needed to test an idea.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building with reusable blocks instead of gluing every piece down permanently.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for prototyping only — never a permanent build, since connections can loosen with vibration or time.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Prototype first, solder later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BREADBOARDING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Rows Connect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hidden wiring saves you from confusing shorts.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rails (top &amp; bottom)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strips running the full length, for +V and ground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 strips (middle)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columns of five holes, all connected vertically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centre gap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the two halves — ICs usually straddle it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connection across the gap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 connection there is a common wiring mistake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holes in a column are already connected — don’t double up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BREADBOARDING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Breadboarding Do’s and Don’ts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habits that save a lot of confused troubleshooting.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33959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THIS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power and ground rails tidy and clearly routed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leads so they seat firmly in the holes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one section before adding the next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159252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25069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DON’T DO THIS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35615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356158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centre gap is electrically connected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38679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679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loose, half-inserted leads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742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7423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entire circuit before testing any of 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04688" y="1645920"/>
            <a:ext cx="3163824" cy="290779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964" y="2324588"/>
            <a:ext cx="1221273" cy="122127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41848" y="4096512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tidy breadboard is a debuggable breadboard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BUILDING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Building Blocks of Any Circuit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circuit, simple or complex, breaks down into these.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source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Battery, adapter, or bench supply — where the energy comes from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Switches, sensors, or signals — where information enters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Transistors, ICs, or logic — where decisions are made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LEDs, motors, or speakers — where the result appears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circuits are just these four blocks, repeated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BUILDING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Circuit Specifications That Matter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that decide whether a build survives first power-on.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Voltage rating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 has a maximum it can handle before it fails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rating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current a part or wire can safely carry continuously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dissipation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 component must shed — exceeding it leads to failure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ratings before power, not after smoke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BUILDING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Schematic to Breadboard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diagram into something physical, one step at a time.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the four blocks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power, input, processing, and output on the schematic first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 power rails first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+V and ground before placing a single component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 components by block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power, then input, then processing, then output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 the connections last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schematic’s lines exactly, one net at a time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and ground first, always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Example: Building an LED Torch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project that still teaches every step.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battery, a switch, a resistor, and an LED — a complete, working torch circuit.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it first, verify it lights, then confirm the resistor value against the LED’s rating.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Tells You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one-LED circuit uses all four building blocks — power, input, processing, output.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smallest project still teaches the full process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BUILDING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Build Mistakes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these before you ever apply power.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33959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PRACTICE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Double-check polarity on every polarized part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resistor values to the schematic exactly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verify one block before adding the next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159252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25069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MISTAKES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35615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356158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or electrolytic capacitor placed backwards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38679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679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resistor value, read in a hurry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742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7423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circuit built and powered before any checks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04688" y="1645920"/>
            <a:ext cx="3163824" cy="290779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964" y="2324588"/>
            <a:ext cx="1221273" cy="122127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41848" y="4096512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build faults are visible before you ever apply power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TESTING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Before Power-On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checks that catch a fault before it becomes smoke.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polarity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diode, LED, and electrolytic capacitor oriented correctly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for shorts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Continuity-test the rails before power ever touches the board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connections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wire seated firmly, no loose or half-inserted leads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power rating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supply voltage matches what the circuit expects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five-minute check beats a five-hour rebuild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TESTING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Systematic Troubleshooting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signal instead of guessing at parts.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 the power stage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the source — no point testing further without power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 stage by stage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signal from input toward output, one block at a 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to expected values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schematic or a known-good build as your reference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Isolate before you replace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exact faulty stage before swapping any part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Guessing replaces parts; tracing finds faults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Example: The Continuity Tester That Didn’t Beep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project, and a simple fault to match.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hand-built continuity tester lights nothing and beeps at nothing, no matter what it touches.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from the battery outward, checking voltage at each stage until it stops appearing.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Tells You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stopped right after the switch — a single bad connection, not a bad design.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Tracing stage by stage finds the exact break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DOCUMENTATION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Moving to Stripboard or PCB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temporary prototype to something that survives being carried around.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breadboard circuit works, it moves to stripboard or a custom PCB for a permanent, solid build.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moving from a cardboard model to the finished, built structure.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every connection during the move — it’s a fresh build, not just a copy of the breadboard.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working prototype still deserves a careful rebuild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DOCUMENTATION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Documenting Your Build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Future-you will thank present-you for this.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the schematic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every future repair or change starts from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 your components (BOM)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Values, part numbers, and quantities in one place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 the build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picture catches wiring mistakes notes alone might miss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your test results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Voltages and behaviour when it was known to be working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Undocumented work is a repeat repair waiting to happen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DOCUMENTATION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PCB Identification: Finding the Blocks on a Real Board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building blocks, hiding in plain sight.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section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input jack, large capacitors, and voltage regulator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section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Connectors, switches, or sensor headers near the board’s edge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 section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IC on the board, usually near the centre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section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Connectors, LEDs, or driver transistors leading off the board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real board is just your four blocks, laid out physically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PRACTICAL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Exercise: Build an LED Flasher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this list to build a simple 555-based flasher.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9164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177393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7739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6696" y="169164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four building blocks on the schematic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19456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227685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2276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96696" y="219456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power rails on the breadboard first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69748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277977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27797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6696" y="269748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timer IC, resistors, capacitor, and LED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20040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328269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282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6696" y="320040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every connection, checking against the schematic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70332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" y="378561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3785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96696" y="370332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polarity and connections before applying power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420624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" y="428853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" y="4288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96696" y="420624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 and confirm the LED flashes as expected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04688" y="1691640"/>
            <a:ext cx="3163824" cy="29352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0203" y="2378263"/>
            <a:ext cx="1232794" cy="1232794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5641848" y="4169664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it doesn’t flash, trace before you rebuild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REPAIR EXERCISE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 Exercise: Diagnose the Silent Circuit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 build that powers on but does absolutely nothing.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completed project shows power is present, but the output never responds at all.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Went Wrong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was never traced stage by stage — a missed connection sat between input and processing.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Prevent It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block in sequence as you build, instead of wiring everything before testing anything.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present doesn’t mean the signal is getting through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QUICK REFERENCE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Reference: Common Schematic Symbols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lookup for the symbols you’ll see most often.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755648"/>
            <a:ext cx="8083296" cy="420624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755648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35808" y="175564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8888" y="17556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LOOKS LIKE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04888" y="17556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POINT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176272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176272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Zigzag / box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35808" y="2176272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Resistor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8888" y="2176272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jagged line or rectangle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04888" y="2176272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current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2674620"/>
            <a:ext cx="8083296" cy="49834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674620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parallel lines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35808" y="2674620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18888" y="2674620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or curved plates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04888" y="2674620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charge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172968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172968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Triangle + bar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35808" y="3172968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Diode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18888" y="3172968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pointing to a line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04888" y="3172968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flows one way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671316"/>
            <a:ext cx="8083296" cy="49834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3671316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lines + circle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35808" y="3671316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Transistor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18888" y="3671316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Angled leads inside a circle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04888" y="3671316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or amplifier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· QUIZ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Check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through these before moving on to Module 6.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1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schematic show connections instead of a physical picture of the parts?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four building blocks found in almost every circuit?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3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test one section of a breadboard build before adding the next?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4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trace a signal stage by stage instead of just swapping parts?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 as a group before checking the answer key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WRAP-UP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 Now…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module, every recruit should be able to: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91640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1810512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810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2416" y="1691640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schematic and trace its signal flow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2258568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2377440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2416" y="2258568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 circuit correctly on a breadboard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2825496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2944368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2944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2825496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four building blocks in any circuit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3392424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1129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5112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2416" y="3392424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build before and after power-on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3959352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4078224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40782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42416" y="3959352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 finished build so it can be repaired later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080760" y="1783080"/>
            <a:ext cx="2587752" cy="2468880"/>
          </a:xfrm>
          <a:prstGeom prst="rect">
            <a:avLst/>
          </a:prstGeom>
          <a:solidFill>
            <a:srgbClr val="12211A"/>
          </a:solidFill>
          <a:ln w="19050">
            <a:solidFill>
              <a:srgbClr val="FFB0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91172" y="1993392"/>
            <a:ext cx="566928" cy="566928"/>
          </a:xfrm>
          <a:prstGeom prst="ellipse">
            <a:avLst/>
          </a:prstGeom>
          <a:solidFill>
            <a:srgbClr val="16291F"/>
          </a:solidFill>
          <a:ln w="19050">
            <a:solidFill>
              <a:srgbClr val="FFB0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91172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080760" y="2660904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 RULE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026664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schematic is a map — trace the path before you ever pick up a component.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2026-07-29T13:49:40Z</dcterms:created>
  <dcterms:modified xsi:type="dcterms:W3CDTF">2026-07-29T13:49:40Z</dcterms:modified>
</cp:coreProperties>
</file>