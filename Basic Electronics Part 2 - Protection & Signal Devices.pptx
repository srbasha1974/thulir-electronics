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250">
                <a:solidFill>
                  <a:srgbClr val="FFB02E"/>
                </a:solidFill>
                <a:latin typeface="Consolas"/>
              </a:rPr>
              <a:t>HANDS-ON TRAINING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33856"/>
            <a:ext cx="8138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Trebuchet MS"/>
              </a:rPr>
              <a:t>Protection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2BD576"/>
                </a:solidFill>
                <a:latin typeface="Trebuchet MS"/>
              </a:rPr>
              <a:t>Signal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43200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8FA89A"/>
                </a:solidFill>
                <a:latin typeface="Calibri"/>
              </a:rPr>
              <a:t>The parts that keep circuits safe — and the building blocks that shape, generate and count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03320"/>
            <a:ext cx="129844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450" y="3776472"/>
            <a:ext cx="1079386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389120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2BD576"/>
                </a:solidFill>
                <a:latin typeface="Consolas"/>
              </a:rPr>
              <a:t>FUSE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9150" y="3703320"/>
            <a:ext cx="129844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varis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81" y="3776472"/>
            <a:ext cx="1079386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89150" y="4389120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2BD576"/>
                </a:solidFill>
                <a:latin typeface="Consolas"/>
              </a:rPr>
              <a:t>VARISTOR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5380" y="3703320"/>
            <a:ext cx="129844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tri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385" y="3776472"/>
            <a:ext cx="902437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75380" y="4389120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2BD576"/>
                </a:solidFill>
                <a:latin typeface="Consolas"/>
              </a:rPr>
              <a:t>TRIAC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1611" y="3703320"/>
            <a:ext cx="129844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lk_a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1370" y="3776472"/>
            <a:ext cx="858930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1611" y="4389120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2BD576"/>
                </a:solidFill>
                <a:latin typeface="Consolas"/>
              </a:rPr>
              <a:t>AMPLIFIER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7841" y="3703320"/>
            <a:ext cx="129844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lk_o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600" y="3776472"/>
            <a:ext cx="858930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47841" y="4389120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2BD576"/>
                </a:solidFill>
                <a:latin typeface="Consolas"/>
              </a:rPr>
              <a:t>OSCILLATOR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4071" y="3703320"/>
            <a:ext cx="129844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lk_coun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830" y="3776472"/>
            <a:ext cx="858930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34071" y="4389120"/>
            <a:ext cx="1298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2BD576"/>
                </a:solidFill>
                <a:latin typeface="Consolas"/>
              </a:rPr>
              <a:t>COUNTER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PROTECTION &amp; POWER-CONTROL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The Safety &amp; Switching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Parts that guard a circuit from too much current or voltage — and switch AC/DC power.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151790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ym_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95398"/>
            <a:ext cx="658368" cy="3457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496" y="2871215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Fuse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291840"/>
            <a:ext cx="1408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Breaks on overcurrent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3931920"/>
            <a:ext cx="1188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31920"/>
            <a:ext cx="11887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Amps (A)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5259" y="1810512"/>
            <a:ext cx="151790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20163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varis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027" y="2195398"/>
            <a:ext cx="658368" cy="3457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81835" y="2871215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Varistor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0123" y="3291840"/>
            <a:ext cx="1408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Clamps voltage surges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09851" y="3931920"/>
            <a:ext cx="1188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09851" y="3931920"/>
            <a:ext cx="11887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B02E"/>
                </a:solidFill>
                <a:latin typeface="Consolas"/>
              </a:rPr>
              <a:t>V clamp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7598" y="1810512"/>
            <a:ext cx="151790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62502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ym_tv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2195398"/>
            <a:ext cx="658368" cy="34579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224174" y="2871215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TVS diode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2462" y="3291840"/>
            <a:ext cx="1408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Clamps fast spikes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2190" y="3931920"/>
            <a:ext cx="1188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2190" y="3931920"/>
            <a:ext cx="11887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B02E"/>
                </a:solidFill>
                <a:latin typeface="Consolas"/>
              </a:rPr>
              <a:t>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9937" y="1810512"/>
            <a:ext cx="151790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04841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ym_s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705" y="2195398"/>
            <a:ext cx="658368" cy="34579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566513" y="2871215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SCR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4801" y="3291840"/>
            <a:ext cx="1408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Latching DC switch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94529" y="3931920"/>
            <a:ext cx="1188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94529" y="3931920"/>
            <a:ext cx="11887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72276" y="1810512"/>
            <a:ext cx="151790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47180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ym_tri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044" y="2161496"/>
            <a:ext cx="658368" cy="41359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908852" y="2871215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TRIAC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27140" y="3291840"/>
            <a:ext cx="1408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AC power switch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6868" y="3931920"/>
            <a:ext cx="1188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6868" y="3931920"/>
            <a:ext cx="11887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Gate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14616" y="1810512"/>
            <a:ext cx="1517904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89520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sym_di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384" y="2164208"/>
            <a:ext cx="658368" cy="40817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251192" y="2871215"/>
            <a:ext cx="144475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DIAC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3291840"/>
            <a:ext cx="1408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Triggers a TRIAC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79208" y="3931920"/>
            <a:ext cx="1188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9208" y="3931920"/>
            <a:ext cx="11887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B02E"/>
                </a:solidFill>
                <a:latin typeface="Consolas"/>
              </a:rPr>
              <a:t>V break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Protection &amp; Control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Split by the job: stop too much current, clamp too much voltage, or switch power.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pic>
        <p:nvPicPr>
          <p:cNvPr id="13" name="Picture 12" descr="tree_pro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47" y="1536192"/>
            <a:ext cx="7957904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Overcurrent breaks the circuit; overvoltage diverts the surge; thyristors switch the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Protection Devices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Guarding against overcurrent and overvoltage.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64208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64208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64208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6420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8229600" cy="5321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48256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Fuse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48256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Thin wire in a glass/ceramic body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48256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Break circuit on overcurrent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48256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Mains inlet, PSU primary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80436"/>
            <a:ext cx="8229600" cy="532180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580436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Resettable PTC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580436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Polymer that turns high-R when 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580436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Self-resetting current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580436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USB ports, battery packs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12617"/>
            <a:ext cx="8229600" cy="5321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112617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Varistor (MOV)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3112617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Zinc-oxide disc, voltage-dependent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3112617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Clamp mains voltage surges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3112617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Across L-N at the input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44798"/>
            <a:ext cx="8229600" cy="532180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644798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TVS diode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644798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Fast avalanche junction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644798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Clamp fast transient spikes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644798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Data lines, ports, ESD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76979"/>
            <a:ext cx="8229600" cy="5321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176979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Gas tube (GDT)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4176979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Sealed gas gap between electrodes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4176979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Divert big surges to earth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4176979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Telecom &amp; mains surge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POWER-CONTROL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Power-Control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thyristor family — switching real power from a small trigger.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64208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64208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64208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6420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8229600" cy="8869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48256"/>
            <a:ext cx="13716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SCR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48256"/>
            <a:ext cx="2523744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Four-layer PNPN latch, gate-fired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48256"/>
            <a:ext cx="1673351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Switch &amp; latch DC 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48256"/>
            <a:ext cx="1856231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Crowbar, DC control, chargers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35224"/>
            <a:ext cx="8229600" cy="88696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935224"/>
            <a:ext cx="13716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TRIAC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935224"/>
            <a:ext cx="2523744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Two SCRs back-to-back in one 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935224"/>
            <a:ext cx="1673351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Switch AC in both directions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935224"/>
            <a:ext cx="1856231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Lamp dimmers, motor/heater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22192"/>
            <a:ext cx="8229600" cy="8869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822192"/>
            <a:ext cx="13716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DIAC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3822192"/>
            <a:ext cx="2523744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Symmetrical breakover trigger 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3822192"/>
            <a:ext cx="1673351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Fire a TRIAC's gate cleanly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3822192"/>
            <a:ext cx="1856231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Trigger stage in dimmers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deliberate weak link that sacrifices itself to save the circuit.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thin wire that melts and breaks the circuit when current gets too high.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Protects wiring and everything downstream from overcurrent and shorts.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Identify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Glass/ceramic cartridge or blade; marked in amps + volts, fast (F) or slow (T).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Test &amp;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Continuity: good = beep (~0Ω), blown = open. Always replace with the same rating.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67567"/>
            <a:ext cx="2889504" cy="182324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f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723" y="3986783"/>
            <a:ext cx="1166433" cy="6126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Varistor (MOV)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voltage-triggered shock-absorber for the mains.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voltage-dependent resistor: near-infinite normally, it collapses above its clamp voltage.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Shunts surge energy (lightning, switching spikes) safely across the input.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Identify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Blue/orange disc marked with a clamp code, e.g. 14D471K ≈ 470 V.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Test &amp;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Ω reads very high/open when good. Fails shorted, or cracked and charred after big surges.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m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72" y="1764792"/>
            <a:ext cx="2876454" cy="1828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varis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723" y="3986783"/>
            <a:ext cx="1166433" cy="6126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SCR (Thyristor)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one-way switch that latches ON until the current stops.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gate pulse turns it on; it stays on until the current through it drops to zero.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Switches large DC currents from a tiny gate signal; used in crowbar protection.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Identify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Three leads A-K-G, often TO-220 (TIC106, BT151).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Test &amp;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Diode mode A-K reads open both ways; a gate pulse latches it. Fails shorted (stuck on).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73" y="1764792"/>
            <a:ext cx="2823252" cy="1828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s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723" y="3986783"/>
            <a:ext cx="1166433" cy="6126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TRIAC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two-way SCR that switches AC on both halves of the wave.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Like two SCRs back-to-back; triggered by either gate polarity, it conducts both AC directions.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Controls AC power — lamp dimmers, fan/motor speed, heater control.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Identify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Three leads MT1-MT2-G, TO-220 (BT136). Usually fired by a DIAC.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Test &amp;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MT1-MT2 open until gated. Fails shorted → the load is stuck full-on (a classic dimmer fault).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73" y="1764792"/>
            <a:ext cx="2823252" cy="1828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tri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32" y="3986783"/>
            <a:ext cx="975215" cy="6126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BENCH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Testing Protection &amp; Power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One line per device — the meter setting, a healthy reading, and a faulty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8046719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6420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1664208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METER SETTING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664208"/>
            <a:ext cx="20116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GOOD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5" y="166420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BAD READING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8046719" cy="4434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48256"/>
            <a:ext cx="1536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Fuse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2048256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048256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Beep, ~0 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5" y="2048256"/>
            <a:ext cx="17190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Open / 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91740"/>
            <a:ext cx="8046719" cy="44348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491740"/>
            <a:ext cx="1536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Varistor (MOV)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6" y="2491740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Ohms (Ω)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491740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Very high / 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5" y="2491740"/>
            <a:ext cx="17190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Shorted, or charred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4"/>
            <a:ext cx="8046719" cy="4434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2935224"/>
            <a:ext cx="1536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TVS diode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22576" y="2935224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Diode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2935224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Diode-like one 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5" y="2935224"/>
            <a:ext cx="17190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Shorted or leaky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78708"/>
            <a:ext cx="8046719" cy="44348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378708"/>
            <a:ext cx="1536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SCR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2576" y="3378708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Diode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3378708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A-K open both ways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11695" y="3378708"/>
            <a:ext cx="17190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Shorted (stuck 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22191"/>
            <a:ext cx="8046719" cy="4434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822191"/>
            <a:ext cx="1536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TRIAC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2576" y="3822191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Diode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3822191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MT1-MT2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1695" y="3822191"/>
            <a:ext cx="17190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Shorted (load stuck 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65676"/>
            <a:ext cx="8046719" cy="44348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4265676"/>
            <a:ext cx="153619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DIAC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2576" y="4265676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Ohms (Ω)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4265676"/>
            <a:ext cx="1993391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 both ways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5" y="4265676"/>
            <a:ext cx="1719072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Shorted or open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TRIAC Lamp Dimmer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Phase-control dimming — the TRIAC fires later each half-cycle to lower the brightness.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160520" cy="23042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hem_dim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58" y="1737360"/>
            <a:ext cx="3012643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82111" y="1737360"/>
            <a:ext cx="1389888" cy="27432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99" y="17373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B02E"/>
                </a:solidFill>
                <a:latin typeface="Consolas"/>
              </a:rPr>
              <a:t>MAINS ·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75887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FA89A"/>
                </a:solidFill>
                <a:latin typeface="Consolas"/>
              </a:rPr>
              <a:t>Read the schematic before you solder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60520" cy="6583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14800"/>
            <a:ext cx="3831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00">
                <a:solidFill>
                  <a:srgbClr val="2BD576"/>
                </a:solidFill>
                <a:latin typeface="Consolas"/>
              </a:rPr>
              <a:t>COMPONENTS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5254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Fuse · Varistor · TRIAC · DIAC · R · Capacitor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27632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19072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YOU'LL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956816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Fuse + holder, MOV (275V), TRIAC (BT136), DIAC (DB3), 250k pot, 0.1µF/400V film cap, lamp.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688336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779776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BUILD &amp; SOLDER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017520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1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Fuse and MOV go across the incoming mains.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2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Build the R-C network; DIAC feeds the gate.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3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TRIAC sits in series with the lamp.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3749039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840479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MEASURE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78224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Lamp brightness changes as you turn the pot.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Scope: the firing point shifts along the wave.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⚠ </a:t>
            </a:r>
            <a:r>
              <a:rPr sz="1050" b="0" i="0">
                <a:solidFill>
                  <a:srgbClr val="FF6B6B"/>
                </a:solidFill>
                <a:latin typeface="Calibri"/>
              </a:rPr>
              <a:t>Live mains — instructor supervision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A ·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TRIAC Dimmer —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Why the R-C sets the brightness, how the DIAC triggers, and what each fault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822960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FFB02E"/>
                </a:solidFill>
                <a:latin typeface="Consolas"/>
              </a:rPr>
              <a:t>WORKING OUT THE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Firing angle set by R·C: bigger R or C = later firing = dimmer lamp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DIAC breaks over at ~30 V and delivers one sharp gate pulse to the TRIAC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Verify: turn the pot — the TRIAC fires later each half-cycle, so the lamp dims.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8046720" cy="36576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6151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615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WHY IT'S PLACED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IF MISSING OR BROKEN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8046720" cy="345643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980944"/>
            <a:ext cx="1161288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Fuse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1095" y="2980944"/>
            <a:ext cx="3209544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First line of defence on the incoming live wire.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980944"/>
            <a:ext cx="3108960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Blown/removed: no overcurrent protection — a fault risks a fire.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26587"/>
            <a:ext cx="8046720" cy="345643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326587"/>
            <a:ext cx="1161288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Varistor (MOV)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3326587"/>
            <a:ext cx="3209544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Across L-N to clamp incoming surges.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326587"/>
            <a:ext cx="3108960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Missing: a spike can punch through and destroy the TRIAC.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72230"/>
            <a:ext cx="8046720" cy="345643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672230"/>
            <a:ext cx="1161288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 (pot) +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3672230"/>
            <a:ext cx="3209544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Set the phase delay before the gate fires.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3672230"/>
            <a:ext cx="3108960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R open: TRIAC never fires (dark). R shorted: full brightness 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17873"/>
            <a:ext cx="8046720" cy="345643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017873"/>
            <a:ext cx="1161288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DIAC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1095" y="4017873"/>
            <a:ext cx="3209544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Fires the gate sharply at a set voltage.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4017873"/>
            <a:ext cx="3108960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Missing/faulty: erratic triggering, flicker, or no dimming.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63516"/>
            <a:ext cx="8046720" cy="345643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" y="4363516"/>
            <a:ext cx="1161288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TRIAC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11095" y="4363516"/>
            <a:ext cx="3209544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The AC switch feeding the lamp.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6" y="4363516"/>
            <a:ext cx="3108960" cy="3456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Shorted: lamp stuck full-on. Open: lamp stays dead.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ADDITIONAL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The Signal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Functional blocks that shape, generate and count signals between the basic parts.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10512"/>
            <a:ext cx="1499616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lk_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151021"/>
            <a:ext cx="658368" cy="4345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496" y="2871215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Amplifier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29184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Boosts a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3931920"/>
            <a:ext cx="1170431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931920"/>
            <a:ext cx="11704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Gain &gt;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85415" y="1810512"/>
            <a:ext cx="1499616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1175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lk_a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39" y="2151021"/>
            <a:ext cx="658368" cy="4345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21991" y="2871215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Attenuator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79" y="329184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Reduces a signal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3931920"/>
            <a:ext cx="1170431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0008" y="3931920"/>
            <a:ext cx="11704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B02E"/>
                </a:solidFill>
                <a:latin typeface="Consolas"/>
              </a:rPr>
              <a:t>Gain &lt; 1 (dB)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7911" y="1810512"/>
            <a:ext cx="1499616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33672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blk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151021"/>
            <a:ext cx="658368" cy="4345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904487" y="2871215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22775" y="329184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Selects frequencies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3" y="3931920"/>
            <a:ext cx="1170431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3" y="3931920"/>
            <a:ext cx="11704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LP / HP / BP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0407" y="1810512"/>
            <a:ext cx="1499616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16168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lk_o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1" y="2151021"/>
            <a:ext cx="658368" cy="43454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86983" y="2871215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Oscillator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5271" y="329184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Generates a wave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4999" y="3931920"/>
            <a:ext cx="1170431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4999" y="3931920"/>
            <a:ext cx="11704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Hz → MHz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32903" y="1810512"/>
            <a:ext cx="1499616" cy="26517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98663" y="1975104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lk_coun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7" y="2151021"/>
            <a:ext cx="658368" cy="43454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69479" y="2871215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Counter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87767" y="3291840"/>
            <a:ext cx="13898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Counts &amp; divides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97496" y="3931920"/>
            <a:ext cx="1170431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97496" y="3931920"/>
            <a:ext cx="11704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B02E"/>
                </a:solidFill>
                <a:latin typeface="Consolas"/>
              </a:rPr>
              <a:t>÷ 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ADDITIONAL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Signal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Grouped by what they do to a signal: change its level, shape its frequency, or generate and count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pic>
        <p:nvPicPr>
          <p:cNvPr id="13" name="Picture 12" descr="tree_ad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756" y="1536192"/>
            <a:ext cx="5532487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Level blocks scale a signal; frequency blocks shape it; timing blocks make and count waves.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ADDITIONAL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Signal Blocks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What each block is made from, what it's for, and where you'll meet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64208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64208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64208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64208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6420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48256"/>
            <a:ext cx="8229600" cy="5321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48256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Amplifier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48256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Op-amp or transistor +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48256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Increase signal level (gain &gt;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48256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Mic preamp, audio, sensor front-end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80436"/>
            <a:ext cx="8229600" cy="532180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580436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Attenuator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580436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Resistor divider / pad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580436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Reduce signal level (gain &lt;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580436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Protect ADC &amp; RF inputs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12617"/>
            <a:ext cx="8229600" cy="5321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112617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3112617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R-C, L-C, or active op-amp 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3112617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Pass or block by frequency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3112617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Anti-alias, tone, noise removal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44798"/>
            <a:ext cx="8229600" cy="532180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644798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Oscillator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644798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RC, LC, crystal, or a 555 timer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644798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Generate a repeating waveform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644798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Clocks, tones, RF carriers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76979"/>
            <a:ext cx="8229600" cy="5321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176979"/>
            <a:ext cx="1371600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Counter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4176979"/>
            <a:ext cx="2523744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Chained flip-flops (e.g. 4017)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4176979"/>
            <a:ext cx="167335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Count pulses, divide by 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4176979"/>
            <a:ext cx="1856231" cy="5321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Clocks, sequencers, LED chasers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Amplifier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block that makes a signal bigger — a scaled-up copy of the input.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Output is the input multiplied by the gain (gain &gt; 1).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Boosts weak signals — mic, sensor, antenna — up to a usable level.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Built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Op-amps or transistors; feedback resistors set the exact gain.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use /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Gain = Vout ÷ Vin. Classes A/B/AB/D trade heat against efficiency.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k_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59172"/>
            <a:ext cx="2834640" cy="187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2611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Small in  →  big 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Attenuator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opposite of an amplifier — it turns a signal down on purpose.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Scales a signal down (gain &lt; 1), measured in decibels (dB).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Matches levels between stages and protects sensitive inputs.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Built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simple resistor divider (pad) — fixed or switched.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use /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Loss(dB) = 20·log(Vout ÷ Vin). Sits before ADCs and RF front-ends.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k_at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59172"/>
            <a:ext cx="2834640" cy="187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2611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Big in  →  small 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frequency gatekeeper — it passes some frequencies and blocks others.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Passes a chosen band: low-pass, high-pass, band-pass or notch.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Cleans signals — removes noise, hum, or unwanted tones.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Built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R-C or L-C networks (passive), or op-amps (active).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use /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Cut-off fc = 1 ÷ (2πRC). Sweep frequency and watch the output roll 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k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59172"/>
            <a:ext cx="2834640" cy="187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2611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Passes a chosen band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Oscillator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signal generator — it makes a repeating waveform all by itself.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Produces a sine, square or triangle wave with no input 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Creates clocks, tones and carriers for the rest of the circuit.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Built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RC, LC, crystal, or a 555 timer; feedback keeps it swinging.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use /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Frequency set by R-C or the crystal. Measure with a scope or counter.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k_o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59172"/>
            <a:ext cx="2834640" cy="187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2611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Generates a waveform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Counter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digital tally — it counts pulses and divides a frequency down.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Advances a count on every incoming clock pulse.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36876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555748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839212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Counts events, sequences outputs, and divides clocks (÷N).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64991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Built from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48456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Chained flip-flops (e.g. 4017 decade, 4026, 7490).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55363"/>
            <a:ext cx="4709160" cy="681227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174235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use /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457700"/>
            <a:ext cx="4306824" cy="224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Feed a clock; each pulse steps the count. Output frequency = input ÷ 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627632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lk_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59172"/>
            <a:ext cx="2834640" cy="187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26110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Counts &amp; divides pulses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555 + 4017 LED Chaser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An oscillator clocks a counter — a running light that steps across ten LEDs.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160520" cy="23042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hem_ch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12" y="1737360"/>
            <a:ext cx="3298135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82111" y="1737360"/>
            <a:ext cx="1389888" cy="27432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99" y="17373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B02E"/>
                </a:solidFill>
                <a:latin typeface="Consolas"/>
              </a:rPr>
              <a:t>BEGINNER+ · 1.5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75887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FA89A"/>
                </a:solidFill>
                <a:latin typeface="Consolas"/>
              </a:rPr>
              <a:t>Read the schematic before you solder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60520" cy="6583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14800"/>
            <a:ext cx="3831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00">
                <a:solidFill>
                  <a:srgbClr val="2BD576"/>
                </a:solidFill>
                <a:latin typeface="Consolas"/>
              </a:rPr>
              <a:t>COMPONENTS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5254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Oscillator (555) · Counter (4017) · LEDs · Resistor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27632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19072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YOU'LL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956816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555 + 8-pin socket, 4017 + 16-pin socket, R1 10k, R2 100k, C1 10µF, 10 LEDs, R 470, 9V.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688336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779776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BUILD &amp; SOLDER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017520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1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Solder both IC sockets first.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2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Wire the 555 astable; its output to 4017 pin 14 (CLK).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3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Fan the ten LEDs from Q0-Q9 through one 470Ω.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3749039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840479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MEASURE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78224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The lit LED steps along, one per clock pulse.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Step rate = the 555's clock frequency.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Bigger C1 slows the chase so you see each step.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B ·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LED Chaser —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Why the 555 sets the speed, how the 4017 steps, and what breaks the chase.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822960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FFB02E"/>
                </a:solidFill>
                <a:latin typeface="Consolas"/>
              </a:rPr>
              <a:t>WORKING OUT THE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555 clock: f = 1.44 ÷ ((R1 + 2·R2)·C1) — this sets the chase speed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4017 lights one of Q0–Q9 per clock pulse, then wraps around (÷10)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Verify: 10 steps = one full loop; a bigger C1 slows the chase 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8046720" cy="36576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6151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615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WHY IT'S PLACED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IF MISSING OR BROKEN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980944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555 (oscillator)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1095" y="2980944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Generates the clock that drives the chase.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980944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Dead/no clock: the 4017 never advances, one LED stuck 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12998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412998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R1 + R2 + C1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3412998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Set the 555's clock speed.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412998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Open: no clock at all. Wrong values: chase too fast or slow.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5052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845052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4017 (counter)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3845052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Steps the lit output on each clock pulse.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3845052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Dead: no stepping. Reset stuck high: only Q0 ever lights.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77106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277106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10 LEDs + 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1095" y="4277106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Show the count; R limits their current.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4277106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R open: LEDs dark. An LED reversed: that step simply skips.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WRAP-UP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You Can Now…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By the end of Part 2, every recruit should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P2·00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37360"/>
            <a:ext cx="5394960" cy="63322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1925954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1737360"/>
            <a:ext cx="4754880" cy="63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Pick the right device for overcurrent vs overvoltage protection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480310"/>
            <a:ext cx="5394960" cy="63322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2668904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2480310"/>
            <a:ext cx="4754880" cy="63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Read and test fuses, MOVs, SCRs and TRIACs on the bench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23260"/>
            <a:ext cx="5394960" cy="63322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411854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3223260"/>
            <a:ext cx="4754880" cy="63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Recognise the signal blocks: amplify, attenuate, filter, oscillate,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66210"/>
            <a:ext cx="5394960" cy="63322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4154805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3966210"/>
            <a:ext cx="4754880" cy="6332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Build an AC dimmer and a 555+4017 LED chaser from a schematic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737360"/>
            <a:ext cx="2587752" cy="251460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86600" y="1938528"/>
            <a:ext cx="566928" cy="566928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193852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B02E"/>
                </a:solidFill>
                <a:latin typeface="Trebuchet M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97480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FFB02E"/>
                </a:solidFill>
                <a:latin typeface="Consolas"/>
              </a:rPr>
              <a:t>GOLDEN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81528"/>
            <a:ext cx="22219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Mains circuits like the dimmer are for supervised, isolated-bench work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