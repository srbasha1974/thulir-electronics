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0233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MODULE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&amp;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75564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instruments that turn guessing into diagnosis.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383133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MULTIMETER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061972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83133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61972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621024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383133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21024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ESR METER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180076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83133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80076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739128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383133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39128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OVERVIEW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Instruments on Every Bench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answers a different question about a faulty 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3969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Multimeter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Voltage, resistance, continuity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job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17993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5483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858" y="2139696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7993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Oscilloscope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222565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signal changing over time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Waveform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85693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23184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67" y="2139696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85693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ESR Meter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390265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capacitors in-circuit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In-circuit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53394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0885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77" y="2139696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3394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 Supply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557966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safe, adjustable power source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Adjustable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210958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585862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886" y="2139696"/>
            <a:ext cx="384048" cy="38404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210958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 Generator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7256678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a known signal to trace faults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FUNDAMENTALS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Measurement?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only means something next to what it should be.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compares what a circuit is actually doing against what it should be doing — that gap is the fault.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thermometer on a patient — the number alone means nothing until you compare it to what's normal.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needs a reference: a datasheet value, a known-good board, or a calculated expectation.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reference, no diagnosis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FUNDAMENTALS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vs Offline Testing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component, tested two very different ways.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testing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removed or isolated — its true, standalone value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In-circuit testing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board — faster, but nearby parts can skew 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testing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on, circuit running — the only way to catch some faults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which to use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offline when you can; go live only when the fault demands 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In-circuit readings can lie — know when to isolate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FUNDAMENTALS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It Right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setting gives a confident, wrong answer.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GET AN ACCURATE READING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range and function to what you expect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reading settle before recording 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calibrate the meter first, if it needs 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MISTAKES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in-circuit and assuming it’s the true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probe sockets for the function selected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single reading with no reference point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good reading beats three guesses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Multimeter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phone charger, diagnosed in under a minute.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charger produces no output at all. The customer says it just stopped working overnight.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meter to DC voltage and probe the output pins while the charger is plugged into the wall.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0V reading confirms the fault sits upstream, inside the charger — not the cable or the phone.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0V out = fault confirmed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FUNDAMENTALS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Multimeter Types &amp; Categories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multimeters are built for the same job.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 vs digital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gives a precise number; analog shows a trend as it needles across the scale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Auto-ranging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right range automatically — fewer mistakes, slightly slower to settle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True-RMS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AC accurately even on non-sine waveforms — standard on modern meters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 rating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meter to the energy level of the circuit it’s rated to test safely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CAT rating is a safety spec, not a marketing number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FUNDAMENTALS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Multimeter Markings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tells you what the meter can — and can’t — safely do.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 rating &amp; voltage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CAT III 600V — the environment and energy level it’s rated for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(%)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a reading is to the true value — tighter for lab-grade meters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Fuse rating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current-mode fuse rating — replace only with the exact spec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count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6000-count — how fine a resolution the display can show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blown fuse often looks just like a dead meter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FUNDAMENTALS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Multimeter Failures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blame the circuit, check the meter itself.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STILL RELIABLE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indicator steady, display crisp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flex without any flickering reading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beep is sharp and consistent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nothing in current mode — check the fuse first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drifts or flickers with the leads still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or intermittent test leads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dead fuse is more common than a dead meter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OSCILLOSCOPE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Oscilloscope?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you what a meter can only describe in numbers.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oscilloscope draws a graph of voltage over time — so you can see a signal’s shape, not just its value.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heart-rate monitor — the shape of the trace tells you as much as the number does.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multimeter gives one number; a scope shows you if that number is steady, pulsing, or corrupted by noise.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Seeing the shape finds what a meter can’t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OSCILLOSCOPE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Oscilloscope Specifications That Matter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decide what a scope can actually catch.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Bandwidth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frequency the scope can measure accurately — buy above what you need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rate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points per second it captures — too low and fast events are missed entirely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inputs let you compare two signals against each other at once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Bandwidth you don’t have is a fault you’ll never see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OSCILLOSCOPE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Shows You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a waveform tells you at a glance.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Sine, square, or a mess — the shape reveals the signal’s health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Amplitude (voltage)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tall the wave is — is it reaching the level it should?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&amp; period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signal repeats — timing faults show up here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Noise &amp; ripple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Unwanted wobble riding on a signal that should be clean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clean signal is a smooth, predictable trace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OSCILLOSCOPE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Oscilloscope Probes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shapes the signal before the scope even sees it.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1x probe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attenuation — better for very small signals, but loads the circuit more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10x probe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Attenuates the signal — the everyday default for most bench work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clip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connect it to the circuit’s common, or the trace becomes meaningless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Probe compensation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square-wave check ensures the probe isn’t distorting the signal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uncompensated probe lies to you convincingly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OSCILLOSCOPE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It Up &amp; Read It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settings turn noise into a readable trace.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SET UP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volts/division to fit the expected signal size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time/division to fit the expected frequency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a stable point in the waveform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MISTAKES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not grounded to the circuit’s common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set too coarse to see the real detail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Misreading the grid because the scale wasn’t noted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first — a still trace is a readable trace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Oscilloscope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flickering LED strip, traced to a noisy driver.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LED strip flickers randomly, but the multimeter shows a perfectly steady average voltage.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 driver’s output with the oscilloscope instead of relying on the multimeter alone.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reveals voltage ripple the multimeter had quietly averaged away — the real fault.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Ripple hides inside an average reading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SPECIALIST METERS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ESR Meter — Testing Capacitors In-Circuit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weak capacitor without desoldering it first.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 (Equivalent Series Resistance) measures a capacitor’s internal resistance — high ESR means a worn-out part.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checking a battery’s health, not just its voltage — a capacitor can read the right value and still be bad.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 testing works in-circuit, on a discharged board — no desoldering needed to catch most bad capacitors.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capacitance, high ESR = still faulty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SPECIALIST METERS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Specialist Tools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these when the multimeter isn’t enough.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LCR meter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inductance, capacitance, and resistance, out of circuit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Insulation tester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a winding or cable isn’t leaking current where it shouldn’t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Clamp meter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current without breaking the circuit open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camera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component running hotter than its neighbours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Specialist tools save hours on stubborn faults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ESR Meter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supply that boots, then randomly resets.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PC power supply turns on fine but resets under load. Every capacitor measures the correct value.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same capacitors in-circuit with an ESR meter instead of a plain capacitance meter.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ESR reading reveals a worn capacitor that the capacitance test alone couldn’t catch.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value, high ESR = still bad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POWER &amp; SIGNAL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Bench Power Supply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safe, adjustable stand-in for the board’s real power.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 supply provides a clean, adjustable voltage with a current limit — so a fault can’t do further damage.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testing a car engine on a stand before it goes back on the road — controlled, and safe to fail.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current limit low first — it protects the board (and you) if a short is still present.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limit first, voltage second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Bench Power Supply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repaired board without risking it twice.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just had a shorted component replaced. Powering it straight from the wall is still risky.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it from a bench supply with the current limit set low before switching it 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short remains, the limit trips safely — no second burnt component to replace.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limit trips before the damage does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POWER &amp; SIGNAL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Generator &amp; Signal Injection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 a known signal to trace where it gets lost.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Sine &amp; square waves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test signals with known shape, amplitude, and frequency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Injecting a signal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it in at a known point and follow it through the circuit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Tracing a fault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disappears exactly where the fault sits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limits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amplitude to the circuit’s rating — too much damages good parts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 signal until it goes quiet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Signal Generator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dead audio channel through an amplifier.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 of a stereo amplifier is silent, and the fault could be anywhere along the signal chain.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test tone at the input and follow it stage by stage with a scope or meter.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tone disappears exactly at the faulty stage — no more guessing which part failed.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signal stops exactly at the fault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SAFETY &amp; METHOD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Right Test Tool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diagnosis starts with the right instrument.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Suspect a dead supply?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multimeter — voltage first, always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Suspect noise or timing?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the oscilloscope — numbers alone won’t show 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resets under load?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capacitors in-circuit with an ESR meter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 to isolate a stage?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signal and trace it with the function generator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right tool turns a guess into a confirmed fault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SAFETY &amp; METHOD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PCB Identification: Test Points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label their own test points — if you know what to look for.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TP1, TP2… labels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silkscreen labels marking a designer-intended measurement point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GND symbol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 reliable ground reference for your black probe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 labels (VCC, 5V, 3V3)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the expected voltage before you even measure 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Unlabelled test pads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copper pads with no silkscreen — check the schematic if one exists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labelled board is the designer helping you troubleshoot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SAFETY &amp; METHOD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Safely, Every Time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discipline from Module 1, applied to every instrument.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TEST SAFELY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meter’s CAT rating to the circuit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and discharge before offline testing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the highest safe range, then narrow down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SIGNS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reading is unstable or won’t settle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of burning or a warm test lead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far outside any reasonable expected value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right instrument, used the right way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PRACTICAL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Exercise: Build a Test Log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 known-good practice board and record what you find.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17739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6696" y="16916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multimeter to DC voltage and record the supply rail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227685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276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96696" y="219456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continuity on five marked test points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69748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277977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" y="269748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one signal line with the oscilloscope and sketch the trace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0040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2826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6696" y="320040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one capacitor in-circuit with the ESR meter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70332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78561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785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" y="370332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reading to the datasheet or a known-good board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" y="42885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288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6696" y="42062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your completed log to your instructor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04688" y="1691640"/>
            <a:ext cx="3163824" cy="29352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203" y="2378263"/>
            <a:ext cx="1232794" cy="123279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641848" y="4169664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logged reading is worth more than a remembered one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REPAIR EXERCISE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Exercise: Diagnose With the Right Tool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resets under load — and the wrong tool nearly hid the fault.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powers on fine but resets under load. A multimeter shows every capacitor at the right value.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 Tool Used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Sticking with capacitance mode alone missed a capacitor with high ESR but a correct value.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Approach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an ESR meter, in-circuit, revealed the one capacitor a value check couldn’t catch.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right value doesn’t always mean the right part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QUIZ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these before moving on to Module 4.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an in-circuit reading be misleading compared to an offline one?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an oscilloscope show you that a multimeter never can?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capacitor read the correct value and still be faulty?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set a bench supply’s current limit low before powering a repaired board?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 as a group before checking the answer key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· QUICK REFERENCE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Instrument Reference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instrument — what it measures, and what to watch for.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55648"/>
            <a:ext cx="8083296" cy="420624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5564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175564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755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 SETTING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4888" y="17556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FOR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176272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Multimeter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35808" y="2176272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· Ω · continuity · 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176272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II+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04888" y="2176272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function selected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674620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674620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Oscilloscope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35808" y="2674620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Waveform over time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2674620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first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2674620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 probe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72968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172968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ESR meter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35808" y="3172968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Capacitor health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8888" y="3172968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In-circuit, discharged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04888" y="3172968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still charged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671316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671316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 supply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35808" y="3671316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Adjustable V · A limit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18888" y="3671316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current limit first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04888" y="3671316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set too high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169664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4169664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 generator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035808" y="4169664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sine · square wave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18888" y="4169664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circuit rating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04888" y="4169664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too high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WRAP-UP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Now…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every recruit should be able to: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810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1691640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live, in-circuit, or offline testing for a fault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258568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377440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" y="2258568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waveform on an oscilloscope with confidence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2825496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944368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2825496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capacitor’s health in-circuit with an ESR meter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392424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112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511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3392424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bench supply and signal generator safely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959352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078224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078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42416" y="3959352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 reading because you know what it should be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80760" y="1783080"/>
            <a:ext cx="2587752" cy="2468880"/>
          </a:xfrm>
          <a:prstGeom prst="rect">
            <a:avLst/>
          </a:prstGeom>
          <a:solidFill>
            <a:srgbClr val="12211A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91172" y="1993392"/>
            <a:ext cx="566928" cy="566928"/>
          </a:xfrm>
          <a:prstGeom prst="ellipse">
            <a:avLst/>
          </a:prstGeom>
          <a:solidFill>
            <a:srgbClr val="16291F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91172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080760" y="2660904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RULE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026664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means nothing without something to compare it to.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2026-07-28T15:15:03Z</dcterms:created>
  <dcterms:modified xsi:type="dcterms:W3CDTF">2026-07-28T15:15:03Z</dcterms:modified>
</cp:coreProperties>
</file>