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0233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MODULE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Soldering &amp;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75564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PCB Rework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Removing, fixing, and reinstalling components without damaging the board.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383133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SOLDER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061972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83133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61972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DESOLDER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621024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383133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21024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180076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83133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80076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BGA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739128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383133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39128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OVERVIEW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Skills of PCB Rework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clean joint to a fully reworked 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3969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Through-hole and SMD joints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300–400°C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17993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5483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858" y="2139696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7993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Desoldering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222565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parts cleanly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lifted pads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85693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23184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67" y="2139696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85693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Swap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390265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method per part type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 vs board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53394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0885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77" y="2139696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3394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BGA Rework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557966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with hidden solder balls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 air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210958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585862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886" y="2139696"/>
            <a:ext cx="384048" cy="38404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210958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7256678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repair holds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+ test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WARM-UP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We Start…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show of hands before we open a single 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4709160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03120"/>
            <a:ext cx="4160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 you ever opened up a TV, radio, or mobile phone to try and fix it?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you found inside — and what you would do differently now.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04688" y="1783080"/>
            <a:ext cx="3163824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9730" y="2387498"/>
            <a:ext cx="1113739" cy="11137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Soldering Matters Here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rework job starts and ends with a joint.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soldering isn’t factory assembly — it’s precise, one-off work on a board that’s already built and populated.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re-stitching one seam on a finished garment, without disturbing anything around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rework joint has less margin for error — neighbouring parts, heat-sensitive plastics, and tiny pads are all close by.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matters more than speed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Iron &amp; Station Tools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equipment behind every rework bench.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Soldering iron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Fine-tip, temperature-controlled — for through-hole and simple SMD work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 air rework station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Even, contactless heat for multi-leg SMD parts and BGAs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Iron stand &amp; sponge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tip safe, clean, and ready between joints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Fume extractor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flux fumes away from your face during long rework sessions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fume extractor is not optional for daily rework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 &amp; Flux Materials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metal and chemistry for the job.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Leaded solder (60/40)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melting point — easier control for delicate rework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Lead-free solder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melting point, required to match many original assemblies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Flux-core wire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flux for everyday through-hole joints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 paste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Pre-measured solder and flux, used with hot air for SMD rework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 flux is the difference between a joint and a blob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Through-Hole Soldering: How To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steps, every single joint.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the lead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the component fully against the board before heating anything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 pad and lead together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the iron to both surfaces, not just the wire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the solder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it onto the heated joint, not onto the iron tip itself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Trim and inspect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excess lead, then check for a shiny, cone-shaped result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 the joint — the solder follows the heat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SMD Soldering Basics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pads, smaller margin for error.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Surface-mount parts sit directly on the pad with no hole to anchor them — precision and a steady hand matter more.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placing a coin on a table and gluing it down, instead of pushing it through a slot.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 conical tip, a magnifier, and a steady hand handle most SMD joints without needing hot air.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 tip + magnification = confident SMD work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Solder Defects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these before you move on to the next joint.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JOINT SIGNS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shiny, cone-shaped finish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wets fully onto both pad and lead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bridges to neighbouring pads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 SIGNS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joint — dull, grainy, or cracked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— solder connecting two separate pads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Tombstoning — one end lifts as the other cools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defects are visible before they ever fail a test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TV Repair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TV that wouldn’t turn on, traced to one bad joint.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television is completely dead. No lights, no sound, nothing on the screen at all.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power board under magnification and spot a cracked joint on the main fuse.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cold joint on a fuse leg had broken the entire power path to the rest of the set.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bad joint can look exactly like a dead board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DESOLDERING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Desoldering for Rework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part off without taking the pad with it.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 wick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braid that lifts solder from flat, accessible pads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 sucker (pump)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Vacuum-pulls molten solder out of a through-hole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 air station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heat across every leg of an SMD part at once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Iron + wick combo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choice for most through-hole rework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Rushed desoldering is how pads get lifted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PCB REWORK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PCB Rework?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Repairing the board itself, not just the parts on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is the process of removing, replacing, or repairing a component or the board area around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replacing a single tile on a roof instead of re-roofing the whole house.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rework leaves no trace — same footprint, same pad condition, same board integrity as before the fault.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goal: no trace it was ever repaired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PCB REWORK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Rework Tools by Name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iron — the equipment dedicated rework needs.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 air rework station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temperature and airflow for SMD and BGA removal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Preheater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Warms the whole board evenly, reducing thermal shock and warping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BGA rework station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preheat, top heat, and precise placement for BGA chips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Microscope / loupe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inspection of fine-pitch parts and hairline defects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right station turns a risky job into a routine one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PCB REWORK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Removal: How To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that protect the pad underneath.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 evenly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every leg or side together — never force one point alone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 gently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part come free on its own once every joint has released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the pad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leftover solder before anything goes back down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 for damage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pad and surrounding tracks before reinstalling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pry against a pad that hasn’t fully released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PCB REWORK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Removal Method by Component Type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method to the part — one approach doesn’t fit all.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55648"/>
            <a:ext cx="8083296" cy="420624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5564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175564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755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4888" y="17556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176272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Through-hole R/C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35808" y="2176272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 both sides, pull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176272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+ wick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04888" y="2176272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with patience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674620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674620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SMD 2-pin part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35808" y="2674620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 both pads together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2674620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or hot air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2674620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Tombstoning if uneven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72968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172968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SMD IC (multi-leg)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35808" y="3172968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 heat, all legs at once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8888" y="3172968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air station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04888" y="3172968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Lifted pads if rushed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671316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671316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BGA chip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35808" y="3671316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Preheat, then top heat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18888" y="3671316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BGA rework station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04888" y="3671316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warping if uneven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PCB REWORK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Fixing &amp; Reinstalling a Component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replacement part back on cleanly.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 the pad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flat, and pre-tinned before the new part goes anywhere near 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 the part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orientation and footprint exactly before any heat is applied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Tack one pin first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one point, check alignment, then solder the rest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 the remaining pins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steadily around the part, checking each joint as you go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tacked pin lets you fix alignment before it’s permanent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DECISION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IC-Only vs Whole-PCB Replacement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fault means replacing the whole 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 JUST THE 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 clearly localised to one component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tracks and pads are undamaged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is available and reasonably reworkable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 THE WHOLE 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tracks or layers are damaged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 or footprint is beyond repair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 approaches the price of a new 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Repair the smallest thing that fixes the fault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DECISION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Matrix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 for the call you’ll make on the bench.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55648"/>
            <a:ext cx="8083296" cy="420624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5564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175564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LIKELY CAUSE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755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4888" y="17556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176272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function fails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35808" y="2176272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IC or part faulty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176272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IC-only swap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04888" y="2176272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 localised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674620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674620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resets randomly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35808" y="2674620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 capacitor or supply IC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2674620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IC-only swap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2674620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single fault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72968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172968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Burn marks, multiple tracks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35808" y="3172968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Cascading overcurrent damage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8888" y="3172968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Whole-board swap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04888" y="3172968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cost exceeds part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671316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671316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Cracked or delaminated PCB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35808" y="3671316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/ structural damage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18888" y="3671316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Whole-board swap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04888" y="3671316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integrity is gone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BGA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BGA Rework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trickiest chip on the board — because you can’t see its joints.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BGA chip connects to the board through a hidden grid of solder balls underneath it, not visible legs.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plug with hundreds of tiny contacts hidden under its base — you can’t inspect a single one directly.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and reinstallation need a hot air or BGA station, a stencil, and fresh solder balls — reballing, not just reheating.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trust the process — you can’t see the joints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TRACK &amp; PAD REPAIR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&amp; Pad Repair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damage is the board itself, not the part.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a cut track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 jumper wire restores the broken connection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Rebuild a lifted pad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wire tacked to the nearest good point re-forms the pad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Patch with copper tape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 damaged trace across a larger gap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Seal with lacquer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repaired area from moisture and future corrosion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track repair is only as good as its mechanical strength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CLEANING &amp; INSPECTION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 &amp; Inspection After Rework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isn’t done until it’s verified.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with isopropyl alcohol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flux residue that can hide problems or attract moisture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Magnify every joint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loupe or microscope catches what your eyes alone will miss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Continuity check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no bridges and no broken paths before power is applied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Power-on test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repaired function actually works, not just looks right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clean board is easier to diagnose next time, too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SAFETY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Rework Safety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discipline from Module 1, applied to hot air and bare ICs.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STAY SAFE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fume extractor during every hot air job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hot air nozzles and boards cool before handling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yourself before handling a bare, unpackaged IC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SIGNS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marks appearing on nearby plastic parts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flexing or warping under heat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you’re not actively working on feels hot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 air is invisible heat — treat it with the same respect as an iron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Mobile Charging IC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that charged only if you held the cable just right.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won’t charge reliably — wiggling the cable sometimes gets it going, sometimes not.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charging IC with hot air, clean the pads, and reinstall a new one with a stencil.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cracked charging IC joint was intermittently breaking contact — a clean rework restored 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Intermittent faults often live at exactly one joint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PRACTICAL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Exercise: Rework a Test Board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this list on a practice board before a real repair.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17739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6696" y="16916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Desolder a through-hole component without lifting the pad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227685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276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96696" y="219456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Desolder an SMD part using hot air, evenly across all legs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69748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277977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" y="269748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both pads before reinstalling anything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0040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2826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6696" y="320040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a replacement part, checking alignment before final joints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70332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78561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785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" y="370332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area and inspect every joint under magnification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" y="42885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288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6696" y="42062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 and confirm the function actually works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04688" y="1691640"/>
            <a:ext cx="3163824" cy="29352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203" y="2378263"/>
            <a:ext cx="1232794" cy="123279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641848" y="4169664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 for a repair that leaves no trace it happened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REPAIR EXERCISE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Exercise: Diagnose the Mistake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reworked board came back with the same fault.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IC was replaced, but the board shows the exact same symptom it had before the repair.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Went Wrong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 was damaged during removal and never inspected before the new part went 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Prevent 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the pad after removal, before reinstalling — a damaged pad needs repair first.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repeat fault often means a step was skipped, not a bad part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QUICK REFERENCE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Reference: Rework Temperatures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task — tool, typical temperature, and the catch.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55648"/>
            <a:ext cx="8083296" cy="420624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5564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175564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755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 TEMP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4888" y="17556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176272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Through-hole solder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35808" y="2176272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Soldering iron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176272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300–350°C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04888" y="2176272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for ground planes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674620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674620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SMD hot air removal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35808" y="2674620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 air station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2674620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320–370°C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2674620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airflow, no direct point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72968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172968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BGA reflow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35808" y="3172968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BGA / hot air station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8888" y="3172968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220–245°C peak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04888" y="3172968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solder profile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671316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671316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Desoldering wick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35808" y="3671316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Iron + wick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18888" y="3671316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300–350°C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04888" y="3671316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braid absorbs better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REWORK · QUIZ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these before moving on to Module 5.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rework joint have less margin for error than a factory joint?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biggest risk of forcing a part off before every joint has released?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sign that a fault needs a whole-board swap, not just an IC swap.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can’t you visually inspect a BGA chip’s solder joints directly?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 as a group before checking the answer key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WRAP-UP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Now…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every recruit should be able to: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810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1691640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a clean through-hole or SMD joint under rework conditions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258568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377440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" y="2258568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component without lifting a pad or damaging a track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2825496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944368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2825496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between an IC-only swap and a whole-board replacement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392424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112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511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3392424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a BGA chip using preheat, hot air, and reballing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959352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078224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078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42416" y="3959352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inspect, and verify a repair before calling it done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80760" y="1783080"/>
            <a:ext cx="2587752" cy="2468880"/>
          </a:xfrm>
          <a:prstGeom prst="rect">
            <a:avLst/>
          </a:prstGeom>
          <a:solidFill>
            <a:srgbClr val="12211A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91172" y="1993392"/>
            <a:ext cx="566928" cy="566928"/>
          </a:xfrm>
          <a:prstGeom prst="ellipse">
            <a:avLst/>
          </a:prstGeom>
          <a:solidFill>
            <a:srgbClr val="16291F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91172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080760" y="2660904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RULE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026664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rework leaves no trace it ever happened — same footprint, same board, working part.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2026-07-29T12:47:23Z</dcterms:created>
  <dcterms:modified xsi:type="dcterms:W3CDTF">2026-07-29T12:47:23Z</dcterms:modified>
</cp:coreProperties>
</file>