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0233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MODULE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Electrical &amp;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75564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Safety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protect yourself — and the boards you're repairing — before you pick up a tool.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383133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SHOCK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061972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83133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61972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621024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383133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21024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ESD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180076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83133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80076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CAPACITOR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739128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383133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39128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OVERVIEW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Things That Can Hurt You (or Your Board)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before you touch a live circuit — or a "dead" one.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3969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Shock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through your body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mA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17993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5483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858" y="2139696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7993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222565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Shorted or overloaded parts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85693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23184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67" y="2139696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85693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ESD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390265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that kills silently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V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53394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0885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77" y="2139696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3394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Charged Caps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557966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after power-off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210958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585862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886" y="2139696"/>
            <a:ext cx="384048" cy="38404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210958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Fumes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7256678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flux and burnt parts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Ventilate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SHOCK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Electric Shock?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finds the fastest path to earth — even through you.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from a live point flows through your body the moment you become part of its path back to earth.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water finding the fastest way downhill — electricity finds the fastest way to earth, even through you.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current (mA), not voltage, that injures you. Dry skin resists current; sweat or a cut lowers that resistance fast.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230V mains = danger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SHOCK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Dangerous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not voltage, decides the outcome.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mA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tingle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mA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lock — you can't let go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mA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becomes difficult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 mA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stop the heart — fatal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Household mains can push far more than this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A Shock Near-Miss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"quick check" that nearly ended badly.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 probes a charger board still plugged in, keeping both hands on the case to steady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Went Wrong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hands gave current a path straight across the chest — the one-hand rule was skipped for speed.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Prevent 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supply first, or keep one hand behind your back if a live test is truly unavoidable.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hands on a live board is the danger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SHOCK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Safe on the Bench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habits keep every job routine.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6276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STAY SAFE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supply before you start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capacitors first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yourself and the bench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" y="291236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9123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hand free during live tests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447288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53872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SIGNS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" y="384962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49624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is warm or smells burnt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5594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5594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or frayed wiring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" y="446227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8408" y="446227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still reads voltage on a 'dead' board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04688" y="1645920"/>
            <a:ext cx="3163824" cy="319582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2197" y="2414839"/>
            <a:ext cx="1328806" cy="132880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41848" y="4384548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 0V before you touch anything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SHOCK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Levels of Electrical Hazard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job carries the same risk — know which you’re facing.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voltage (&lt;50V)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USB, battery-powered boards — low risk, still respect polarity and shorts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Mains voltage (230V)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Chargers, power supplies — the everyday danger zone on the bench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Stored high energy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capacitors and CRTs — dangerous even with the power unplugged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 / 3-phase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drives and factory equipment — always isolate and lock out first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your precautions to the hazard level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BOARD SAFETY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ESD?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you can't feel can still kill a chip.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builds up on your body and discharges the instant you touch a part — often with no shock you can even feel.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hidden zap from a doorknob after walking on carpet — except this "zap" can leave a chip silently dead.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feel a static spark at ~3,000V. Many ICs are destroyed by as little as 100V — thirty times less.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100V can destroy a chip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BOARD SAFETY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Damages Boards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doesn't spark, smoke, or complain — it just stops working.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damage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spark, no shock, no warning — the chip is just quietly dead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Cumulative harm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 weakened by one shock can fail completely on the next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walking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movement across a floor can build thousands of volts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Worse in dry air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Low-humidity conditions make static build-up far worse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ESD damage stays invisible until the board fails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A Board Killed by Static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spark. No smell. Just a board that never woke up again.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 unpacks a new replacement IC and fits it straight from the bag, no strap, no mat.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Went Wrong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from ordinary movement discharged through the pins the instant the chip was handled.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Prevent 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yourself before opening the bag, and place the part straight onto a grounded ESD mat.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damage happened before the chip was even placed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BOARD SAFETY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Charged Capacitor?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can be "off" and still be live inside.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capacitors store energy and can hold a charge for minutes — even hours — after the power is switched off.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water tank that keeps draining long after the tap is closed — the charge has to go somewhere.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shorted charged capacitor can spark, damage the board, and shock you — even on a fully unplugged unit.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stay charged for hours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BOARD SAFETY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the Board, Every Time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habits that protect you also protect what you’re fixing.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6276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DO IT RIGHT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a grounded wrist strap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a grounded ESD mat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caps with an insulated resistor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" y="291236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9123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0V before you touch a lead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447288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53872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GOES WRONG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" y="384962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49624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Shorting capacitor legs with a bare screwdriver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5594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5594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wait and diving straight 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" y="446227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8408" y="446227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boards without grounding first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04688" y="1645920"/>
            <a:ext cx="3163824" cy="319582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2197" y="2414839"/>
            <a:ext cx="1328806" cy="132880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41848" y="4384548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resistor discharges safely — metal doesn’t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PPE &amp; PROCEDURE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Gear Up Before You Begin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 of setup beats an afternoon of downtime.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3969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Wrist Strap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to the bench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Earth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17993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5483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858" y="2139696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7993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ESD Mat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222565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work surface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85693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23184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67" y="2139696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85693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Glasses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390265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solder &amp; caps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53394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0885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77" y="2139696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3394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Insulated Tools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557966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for live work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Rated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210958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585862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886" y="2139696"/>
            <a:ext cx="384048" cy="38404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210958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 Meter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7256678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the voltage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II+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PPE &amp; PROCEDURE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Pre-Work Checklist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board, every time — no exceptions.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Visually inspect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Burnt tracks, bulging caps, exposed wires — before power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Isolate the supply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or switch off at the source, not just the load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Discharge capacitors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 down stored charge, then confirm with a meter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yourself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strap on, ESD mat connected, then begin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Skipping a step is how boards — and people — get hurt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PPE &amp; PROCEDURE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 the Hazard on a Real Board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eyes before you ever pick up a meter.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Burnt or discoloured tracks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 of overcurrent or a short somewhere on that path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Bulging or vented capacitors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energy may still be present — treat with care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Corroded or crusty pins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electrolyte or moisture damage, often spreading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Melted or cracked connectors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Overheating from a poor connection or an overloaded circuit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it looks wrong, treat it as live until proven otherwise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LIVE WORK &amp; FIRE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You Must Test Live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fault only shows up powered 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One-hand rule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free hand off the chassis or any earthed surface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the CAT rating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 I meter on mains wiring is a hazard, not a shortcut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work alone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nearby who can cut power and call for help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Dry hands, good light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 with wet hands or in a poorly lit area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testing is deliberate, never casual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LIVE WORK &amp; FIRE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Soldering &amp; Thermal Safety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fumes, and molten metal — respect all three.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RULES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runs at 300–400°C — hot enough to burn instantly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 it to its stand, never the bench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ventilation — flux fumes irritate the lungs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YOU GET BURNED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under running water for at least 10 minutes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apply ice, butter, or ointments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loosely and seek care if it’s serious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your face back — solder can flick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LIVE WORK &amp; FIRE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 Sources on a Repair Bench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bench fires trace back to one of these four.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Shorted battery pack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punctured or bridged cell can ignite in seconds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Overloaded bench supply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current limit set, feeding a fault more power than it can handle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Faulty charger left running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and already showing signs of overheating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Damaged insulation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wire resting against a live point or metal chassis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bench fires are preventable, not accidental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LIVE WORK &amp; FIRE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a Board Catches Fire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electricity are a dangerous mix — never combine them.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THIS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power at the source if it’s safe to reach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Class C extinguisher, aimed at the base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others in the workshop immediately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DO THIS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water on an electrical fire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Class A extinguisher on live equipment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a fire that’s already spreading — evacuate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 your nearest extinguisher before you need it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A Close Call With Fire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unattended charger, and a smoke smell that ended it early.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faulty charger is left plugged in and running overnight on a test bench with no one nearby.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Went Wrong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overloaded, unattended charger began overheating with nobody there to notice in 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Prevent 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a suspect device powered and unattended — test it, then switch it off.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Unattended power is how small faults become fires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EMERGENCY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Someone Is Being Shocked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touch them directly — you’ll become a second casualty.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 the power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 or unplug the source immediately, if reachable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with an insulator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dry wooden or plastic object — never your bare hands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for emergency help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trained medical assistance on the way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breathing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trained in CPR and breathing has stopped, begin CPR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 matter — act, don’t freeze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PRACTICAL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Exercise: Make a Board Safe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pairs, take an unpowered SMPS board and complete this list.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17739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6696" y="16916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inspect the board and note any damage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227685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276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96696" y="219456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board is unplugged and switched off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69748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277977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" y="269748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main filter capacitor(s) on the 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0040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2826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6696" y="320040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the capacitor with an insulated resistor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70332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78561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785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" y="370332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0V with a multimeter before touching a lead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" y="42885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288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6696" y="42062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on your wrist strap, connect it, then proceed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04688" y="1691640"/>
            <a:ext cx="3163824" cy="29352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203" y="2378263"/>
            <a:ext cx="1232794" cy="123279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641848" y="4169664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 your instructor sign off before you continue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REPAIR EXERCISE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Exercise: What Went Wrong?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 was rushed into hospital after this repair. Find the missed step.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recently-repaired power supply is handed back for a "quick recheck" — still warm from the last test.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Went Wrong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opened and probed immediately, with no wait, no discharge, and no meter check first.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Prevent 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board gets the same pre-work checklist — "quick recheck" is not an exception.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There are no shortcuts on a "quick" job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QUIZ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these before moving on to Module 2.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current, not voltage, the number that decides how dangerous a shock is?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has been unplugged for five minutes — is it definitely safe to touch?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a component be damaged by static you never even felt?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very first thing you should NOT do for someone being shocked?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 as a group before checking the answer key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· QUICK REFERENCE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Safety Reference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hazard — what to check, and what tells you it’s safe.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55648"/>
            <a:ext cx="8083296" cy="420624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5564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175564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WITH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755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STATE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4888" y="17556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DANGER SIGN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176272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35808" y="2176272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Multimeter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176272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0V confirmed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04888" y="2176272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voltage reading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674620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674620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Charged Cap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35808" y="2674620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Insulated resistor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2674620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Discharged, 0V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2674620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or bulging body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72968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172968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35808" y="3172968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Wrist strap + mat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8888" y="3172968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before touch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04888" y="3172968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strap, dry air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671316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671316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35808" y="3671316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 extinguisher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18888" y="3671316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cut, area clear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04888" y="3671316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or burning smell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169664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4169664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035808" y="4169664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Iron on its stand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18888" y="4169664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stored, cooled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04888" y="4169664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left on the bench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WRAP-UP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Now…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every recruit should be able to: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810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1691640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current, not voltage, is what injures you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258568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377440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" y="2258568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safely discharge a charged capacitor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2825496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944368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2825496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 board from ESD with a strap and a mat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392424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112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511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3392424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pre-work checklist before every repair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959352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078224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078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42416" y="3959352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correctly to a shock, burn, or bench fire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80760" y="1783080"/>
            <a:ext cx="2587752" cy="2468880"/>
          </a:xfrm>
          <a:prstGeom prst="rect">
            <a:avLst/>
          </a:prstGeom>
          <a:solidFill>
            <a:srgbClr val="12211A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91172" y="1993392"/>
            <a:ext cx="566928" cy="566928"/>
          </a:xfrm>
          <a:prstGeom prst="ellipse">
            <a:avLst/>
          </a:prstGeom>
          <a:solidFill>
            <a:srgbClr val="16291F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91172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080760" y="2660904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RULE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026664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off and discharge capacitors — and ground yourself — before you probe anything.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2026-07-28T15:12:03Z</dcterms:created>
  <dcterms:modified xsi:type="dcterms:W3CDTF">2026-07-28T15:12:03Z</dcterms:modified>
</cp:coreProperties>
</file>